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Engineering all-hands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new search</a:t>
            </a:r>
          </a:p>
          <a:p>
            <a:r>
              <a:t>Cut p95 latency by half</a:t>
            </a:r>
          </a:p>
          <a:p>
            <a:pPr lvl="1"/>
            <a:r>
              <a:t>Hire two engineers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$40k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